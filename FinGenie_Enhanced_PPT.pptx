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70" r:id="rId8"/>
    <p:sldId id="261" r:id="rId9"/>
    <p:sldId id="262" r:id="rId10"/>
    <p:sldId id="263" r:id="rId11"/>
    <p:sldId id="272" r:id="rId12"/>
    <p:sldId id="264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383030"/>
            <a:ext cx="7772400" cy="11322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2800"/>
              <a:t>FinGenie Digital Banking &amp; Wealth Management System</a:t>
            </a:r>
            <a:endParaRPr sz="2800"/>
          </a:p>
        </p:txBody>
      </p:sp>
      <p:sp>
        <p:nvSpPr>
          <p:cNvPr id="4" name="TextBox 3"/>
          <p:cNvSpPr txBox="1"/>
          <p:nvPr/>
        </p:nvSpPr>
        <p:spPr>
          <a:xfrm>
            <a:off x="579120" y="4077970"/>
            <a:ext cx="7772400" cy="15652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>
                <a:solidFill>
                  <a:srgbClr val="EBEBEB"/>
                </a:solidFill>
              </a:defRPr>
            </a:pPr>
            <a:r>
              <a:t>• </a:t>
            </a:r>
            <a:r>
              <a:rPr>
                <a:sym typeface="+mn-ea"/>
              </a:rPr>
              <a:t>Digital Banking Solution</a:t>
            </a:r>
            <a:endParaRPr lang="en-US" altLang="en-US"/>
          </a:p>
          <a:p>
            <a:pPr algn="l">
              <a:defRPr>
                <a:solidFill>
                  <a:srgbClr val="EBEBEB"/>
                </a:solidFill>
              </a:defRPr>
            </a:pPr>
            <a:r>
              <a:t>• </a:t>
            </a:r>
            <a:r>
              <a:rPr lang="en-US" altLang="en-US">
                <a:sym typeface="+mn-ea"/>
              </a:rPr>
              <a:t>Developed Using ReactJS &amp; Spring Boot</a:t>
            </a:r>
            <a:endParaRPr lang="en-US" altLang="en-US"/>
          </a:p>
          <a:p>
            <a:pPr algn="l">
              <a:defRPr>
                <a:solidFill>
                  <a:srgbClr val="EBEBEB"/>
                </a:solidFill>
              </a:defRPr>
            </a:pPr>
            <a:r>
              <a:t>•</a:t>
            </a:r>
            <a:r>
              <a:rPr lang="en-US" altLang="en-US"/>
              <a:t>Presented By: Zaheer Hussain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75920" y="942340"/>
            <a:ext cx="7772400" cy="24866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4000"/>
              <a:t>Problem Statement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558800" y="2323465"/>
            <a:ext cx="7772400" cy="342582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Manual banking processes are slow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Limited accessibility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Need secure online banking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Reduce paperwork and branch dependency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Improve customer experience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28320" y="838200"/>
            <a:ext cx="7772400" cy="89979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4000"/>
              <a:t>Objectives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548640" y="2649855"/>
            <a:ext cx="7772400" cy="2941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Secure authentication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Online transactions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Loan management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Investment tracking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Admin monitoring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Scalable architecture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174750"/>
            <a:ext cx="7772400" cy="909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4000"/>
              <a:t>Technology Stack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548640" y="3112135"/>
            <a:ext cx="7772400" cy="25425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ReactJS Frontend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Spring Boot Backend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MySQL Database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JWT Security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Swagger Documentation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Lombok &amp; Validation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44245"/>
            <a:ext cx="4410075" cy="8642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4000"/>
              <a:t>System Architecture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548640" y="2765425"/>
            <a:ext cx="7772400" cy="33420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Customer Interface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React Frontend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REST APIs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Spring Boot Services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Repository Layer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MySQL Database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944245"/>
            <a:ext cx="4410075" cy="86423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548640" y="2765425"/>
            <a:ext cx="7772400" cy="334200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endParaRPr sz="2400"/>
          </a:p>
        </p:txBody>
      </p:sp>
      <p:pic>
        <p:nvPicPr>
          <p:cNvPr id="5" name="Picture 4" descr="Screenshot 2026-06-17 230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7345"/>
            <a:ext cx="9027160" cy="3230245"/>
          </a:xfrm>
          <a:prstGeom prst="rect">
            <a:avLst/>
          </a:prstGeom>
        </p:spPr>
      </p:pic>
      <p:pic>
        <p:nvPicPr>
          <p:cNvPr id="6" name="Picture 5" descr="Screenshot 2026-06-17 230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86080" y="1132840"/>
            <a:ext cx="7772400" cy="9410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4000"/>
              <a:t>Database Design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457200" y="3429635"/>
            <a:ext cx="7772400" cy="233108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Users Management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Account Information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Transaction Records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Loan Details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Investment Data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Role-based Access Tables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7260"/>
            <a:ext cx="8229600" cy="1069975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937260"/>
            <a:ext cx="4683760" cy="7067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4000"/>
              <a:t>Backend Architecture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548640" y="2879725"/>
            <a:ext cx="7772400" cy="27127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Controller Layer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Service Layer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Repository Layer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Entity Layer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DTO Layer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Global Exception Handling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Logging Support</a:t>
            </a:r>
            <a:endParaRPr sz="2400"/>
          </a:p>
        </p:txBody>
      </p:sp>
      <p:pic>
        <p:nvPicPr>
          <p:cNvPr id="5" name="Picture 4" descr="Screenshot 2026-06-17 2103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9615" y="1644015"/>
            <a:ext cx="3781425" cy="449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848995"/>
            <a:ext cx="7772400" cy="8890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4000"/>
              <a:t>Frontend Architecture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7772400" cy="295338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Reusable Components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React Router Navigation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Axios Integration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Responsive Dashboard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Form Validation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State Management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7772400" cy="295338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endParaRPr sz="2400"/>
          </a:p>
        </p:txBody>
      </p:sp>
      <p:pic>
        <p:nvPicPr>
          <p:cNvPr id="5" name="Picture 4" descr="Screenshot 2026-06-17 2031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90551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059180"/>
            <a:ext cx="7772400" cy="9201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4000"/>
              <a:t>Authentication &amp; Security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548640" y="3060700"/>
            <a:ext cx="7772400" cy="25203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JWT Authentication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Role-Based Access Control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BCrypt Password Encryption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Input Validation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Protected APIs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Secure Session Handling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2530"/>
            <a:ext cx="8229600" cy="688340"/>
          </a:xfrm>
        </p:spPr>
        <p:txBody>
          <a:bodyPr>
            <a:normAutofit fontScale="90000"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575310"/>
            <a:ext cx="7772400" cy="9207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sz="4000"/>
              <a:t>Achievements</a:t>
            </a:r>
            <a:endParaRPr sz="4000"/>
          </a:p>
        </p:txBody>
      </p:sp>
      <p:sp>
        <p:nvSpPr>
          <p:cNvPr id="4" name="TextBox 3"/>
          <p:cNvSpPr txBox="1"/>
          <p:nvPr/>
        </p:nvSpPr>
        <p:spPr>
          <a:xfrm>
            <a:off x="548640" y="2534285"/>
            <a:ext cx="7772400" cy="23215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Secure Banking Platform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Scalable Architecture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Modern UI/UX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REST API Development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Industry Best Practices</a:t>
            </a:r>
            <a:endParaRPr sz="2400"/>
          </a:p>
          <a:p>
            <a:pPr>
              <a:defRPr>
                <a:solidFill>
                  <a:srgbClr val="EBEBEB"/>
                </a:solidFill>
              </a:defRPr>
            </a:pPr>
            <a:r>
              <a:rPr sz="2400"/>
              <a:t>• Clean Layered Design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2258695"/>
            <a:ext cx="7772400" cy="275971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rPr lang="en-IN" sz="9600">
                <a:latin typeface="Blackadder ITC" panose="04020505051007020D02" charset="0"/>
                <a:cs typeface="Blackadder ITC" panose="04020505051007020D02" charset="0"/>
              </a:rPr>
              <a:t>THANK YOU</a:t>
            </a:r>
            <a:endParaRPr lang="en-IN" sz="9600">
              <a:latin typeface="Blackadder ITC" panose="04020505051007020D02" charset="0"/>
              <a:cs typeface="Blackadder ITC" panose="04020505051007020D0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098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EBEBEB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1427</Words>
  <Application>WPS Presentation</Application>
  <PresentationFormat>On-screen Show (4:3)</PresentationFormat>
  <Paragraphs>89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Bell MT</vt:lpstr>
      <vt:lpstr>Blackadder ITC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ZAHEER HUSSAIN</cp:lastModifiedBy>
  <cp:revision>2</cp:revision>
  <dcterms:created xsi:type="dcterms:W3CDTF">2013-01-27T09:14:00Z</dcterms:created>
  <dcterms:modified xsi:type="dcterms:W3CDTF">2026-06-17T18:06:43Z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8EBB0D5B0B884B658E8BF7C43D433A03_12</vt:lpwstr>
  </property>
</Properties>
</file>